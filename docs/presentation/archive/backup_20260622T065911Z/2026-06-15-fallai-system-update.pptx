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FallAI 시스템 개선 및 운영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7772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Malgun Gothic"/>
              </a:rPr>
              <a:t>온디바이스 방향 · 모델 업로드/관리 · 성능 비교 · 커스텀 최종 모델 · 가림보조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4892040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489204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50383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운영 낙상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53309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98.1%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788152"/>
            <a:ext cx="251460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RF-Dual/RF-Pipeline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4892040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489204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8" y="50383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자세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53309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94.3%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5788152"/>
            <a:ext cx="251460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XG-Posture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4892040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39712" y="489204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50383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가림보조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3309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86.6%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788152"/>
            <a:ext cx="251460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90% 목표 개선 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636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Malgun Gothic"/>
              </a:rPr>
              <a:t>생성: 2026-06-15 07:59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저번 발표 이후 실제로 바뀐 기능과 모델 운영 구조 중심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1. 현재 운영 모델과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72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2. 학습 모드와 모델 업로드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78308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4323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3. 모델 관리/비교/삭제 유예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74320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28600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28600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4323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4. 커스텀 최종 모델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74320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4612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3924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5. 가림보조 모델 개선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70332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24612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24612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3924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6. 온디바이스 적용 방향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70332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0624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20624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352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7. 필요 데이터와 향후 일정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663440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현재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최종 목표는 운영 전체 모델 97%, 단기 우선순위는 가림보조 90% 이상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현재 운영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안정성 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21991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운영 active 모델은 유지하면서 후보가 더 좋을 때만 적용합니다.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721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단기 병목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실제 라벨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21991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가림보조는 pseudo-label만으로는 90% 확신이 어렵습니다.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64008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721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운영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조합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221991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세부 모델을 선택해 커스텀 최종 모델로 묶어 실시간/업로드에 적용합니다.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97180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Malgun Gothic"/>
              </a:defRPr>
            </a:pPr>
            <a:r>
              <a:t>무작정 데이터 대기만 하지 않고, 사용 가능한 데이터로 먼저 학습/검증합니다.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Malgun Gothic"/>
              </a:defRPr>
            </a:pPr>
            <a:r>
              <a:t>성능이 낮은 후보는 active를 덮어쓰지 않고 후보/로그로 남깁니다.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Malgun Gothic"/>
              </a:defRPr>
            </a:pPr>
            <a:r>
              <a:t>후보 모델은 삭제 예약으로 정리하되, 운영 모델과 현재 참조 파일은 보호합니다.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학습 모드를 만든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추가 확보 데이터를 사이트에서 직접 업로드하고 학습까지 연결하기 위한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892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1. 데이터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영상/압축 파일 업로드, fall/non-fall 및 자세 라벨 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4892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72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2. 학습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8308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등록 데이터와 AI-Hub 데이터를 합쳐 백그라운드 학습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4892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64008" cy="10789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72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3. 검증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38328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F1/Acc/Recall, ETA, 로그, 실패 원인을 학습 모드에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4892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072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4. 적용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8328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active보다 낮으면 자동 적용하지 않고 후보로 보존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모델 업로드와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파일/폴더 업로드로 외부 학습 모델도 registry에 등록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6479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파일/폴더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21991"/>
            <a:ext cx="2926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모델 파일과 summary JSON을 함께 올리면 버전/성능을 자동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64008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6479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21991"/>
            <a:ext cx="2926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active, 후보, 업로드, 커스텀 최종 모델을 한 목록에서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234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6479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1일 유예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221991"/>
            <a:ext cx="2926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삭제 예약 후 24시간 유예, 유예 중 취소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10424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후보 보호는 해제했습니다. 운영 active와 현재 참조 중인 파일만 삭제를 차단합니다.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불필요 후보는 자동 정리로 family별 최고 후보만 남기고 유예 삭제할 수 있습니다.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삭제 유예는 실수로 지웠을 때 복구할 시간을 주기 위한 안전장치입니다.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모델 성능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선택한 버전만 비교해서 운영 후보를 빠르게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RF-Fall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545336"/>
            <a:ext cx="62179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1545336"/>
            <a:ext cx="5783909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2872" y="14996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Malgun Gothic"/>
              </a:rPr>
              <a:t>93.0%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RF-Pipeline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093976"/>
            <a:ext cx="62179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2093976"/>
            <a:ext cx="6098535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204825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Malgun Gothic"/>
              </a:rPr>
              <a:t>98.1%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XG-Posture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642616"/>
            <a:ext cx="62179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2642616"/>
            <a:ext cx="586412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25968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Malgun Gothic"/>
              </a:rPr>
              <a:t>94.3%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546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가림 보조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191256"/>
            <a:ext cx="62179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3191256"/>
            <a:ext cx="5382853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314553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Malgun Gothic"/>
              </a:rPr>
              <a:t>86.6%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AI-Hub 173 상태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739896"/>
            <a:ext cx="62179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3739896"/>
            <a:ext cx="5788883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36941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Malgun Gothic"/>
              </a:rPr>
              <a:t>93.1%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AI-Hub 82 표정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4288536"/>
            <a:ext cx="62179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4288536"/>
            <a:ext cx="5605454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42428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Malgun Gothic"/>
              </a:rPr>
              <a:t>90.1%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508760"/>
            <a:ext cx="2834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150876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7928" y="1655063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비교 화면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7928" y="19659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선택한 모델만 그래프에 표시하고, 버전/성능/샘플 수를 함께 보여줍니다.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70332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66760" y="37033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7928" y="384962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판단 기준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1605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F1, Accuracy, Recall, Precision 기준 전환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커스텀 최종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세부 모델을 하나씩 골라 하나의 운영 조합으로 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859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RF-Fall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8308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낙상 이진 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24612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64008" cy="859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RF-Pipeline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8308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fallback/보조 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24612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64008" cy="8595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XG-Posture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78308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자세·행동 분류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587752"/>
            <a:ext cx="324612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587752"/>
            <a:ext cx="64008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73405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가림 보조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044952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하체/좌우 가림 조건부 보정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587752"/>
            <a:ext cx="324612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587752"/>
            <a:ext cx="64008" cy="85953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273405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AI-Hub 173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044952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졸림·하품·주의저하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587752"/>
            <a:ext cx="324612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2587752"/>
            <a:ext cx="64008" cy="8595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273405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AI-Hub 82 표정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044952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algun Gothic"/>
              </a:rPr>
              <a:t>얼굴 표정 보조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6908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선택한 세부 모델 조합은 저장된 최종 모델로 남고, 필요할 때 다시 적용할 수 있습니다.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최종 모델을 적용하면 실시간 분석과 업로드 분석 모두 같은 세부 모델 조합을 사용합니다.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가림보조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0.38은 몸의 38% 가림이 아니라 keypoint 평균 confidence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971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2646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avg_conf &lt; 0.38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0.38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651760" cy="10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keypoint 평균 confidence가 낮을 때 보조 후보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280160"/>
            <a:ext cx="2971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2801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42646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lower visibility &lt; 0.42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17190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0.42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2176272"/>
            <a:ext cx="2651760" cy="10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하체 keypoint가 충분히 보이지 않는 상황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280160"/>
            <a:ext cx="2971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1280160"/>
            <a:ext cx="64008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142646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margin &lt; 0.07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7190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0.07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176272"/>
            <a:ext cx="2651760" cy="10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주 자세 모델이 sit/lie/stand에서 애매한 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9718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학습 증강은 하체 가림과 좌/우 가림을 mild, moderate, severe 범위로 랜덤 생성합니다.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현재 active 가림보조는 macro F1 86%대라 운영 보조로는 가능하지만 90% 확신은 부족합니다.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90% 이상을 확실히 노리려면 pseudo-label이 아니라 실제 자세 라벨이 포함된 가림 데이터가 필요합니다.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71461 우선 재수신과 학습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가림보조 90% 달성 전까지 다른 대형 학습은 중단하고 71461을 우선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현재 다운로드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다운로드 중 · 22.1GB/25.0GB 추정 · 현재 파일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1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filekey=485405 · 71461 action support 485405 · 다운로드 중 · 22.1GB/25.0GB 추정 (88%) · 전체 1/6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47218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학습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7647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가림 우선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221991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71461 라벨 감지 → 가림보조 우선 학습 → 90% 달성 후 다른 모델 순차 재개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54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persistent 영역 용량 부족 위험 때문에 71461은 임시 대용량 루트에서 먼저 받습니다.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라벨 JSON이 풀리면 watcher가 자동으로 가림보조 학습을 시작합니다.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0.90 미만 후보는 active를 덮어쓰지 않고 결과와 로그만 남깁니다.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교수님께 요청할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우리가 직접 확보하기 어려운 실제 라벨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80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실제 가림 자세 라벨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733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최우선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하체/좌/우 가림, mild/moderate/severe, stand/sit/lie/walk/run/fall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380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near-miss/비낙상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오탐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130552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앉기, 눕기, 숙이기, 침대/의자 전이, 카메라 사각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380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정상 표정/평온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6733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표정 안정화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130552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무표정, 평온, 차분, 얼굴 미검출/부분 검출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10332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권장 단위: 4~6초 clip, class별 최소 200~300개, 사람/장소가 겹치지 않는 split 정보 포함.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필수 라벨: fall 여부, 자세 class, 가림 방향/정도, 카메라 각도, 얼굴 검출 가능 여부.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이 데이터가 있어야 pseudo-label 편향 없이 가림보조 90% 이상을 검증할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온디바이스 적용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현재 프로그램을 그대로 넣기보다 추론 패키지와 관리 서버를 분리하는 방식이 현실적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64008" cy="13716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26463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그대로 내장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비권장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92607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브라우저 UI, Python 학습, AI-Hub 관리, 대용량 모델/데이터까지 포함하면 장치 부담이 큽니다.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801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80160"/>
            <a:ext cx="6400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26463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추천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1907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176272"/>
            <a:ext cx="292607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장치에는 추론 런타임만, 학습/모델 관리는 서버에서 수행합니다.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26463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배포 단위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71907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176272"/>
            <a:ext cx="292607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선택한 커스텀 최종 모델 조합을 export해서 장치에 탑재합니다.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37560"/>
            <a:ext cx="10287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장치: 카메라 입력, pose 추론, RF/XGBoost/보조 모델 추론, 결과 표시.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서버: 데이터 업로드, 학습, 모델 비교, 커스텀 최종 모델 생성, 원격 업데이트.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운영 안정성 장치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성능 낮은 후보와 실수 삭제가 운영 모델을 망가뜨리지 않게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자동 적용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보호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1"/>
            <a:ext cx="29718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active보다 낮은 후보는 운영 모델을 덮어쓰지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64008" cy="1143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721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삭제 유예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647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복구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21991"/>
            <a:ext cx="29718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삭제 예약 후 24시간 동안 취소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721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버전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7647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221991"/>
            <a:ext cx="29718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모델 버전, feature 수치, threshold, summary를 registry에 보존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63240"/>
            <a:ext cx="10287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모델 목록의 성능 수치는 summary JSON 기준으로 표시해 비교 화면과 맞춥니다.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현재 사용 중인 커스텀 최종 모델은 삭제 차단, 미사용 후보는 삭제 예약 가능.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algun Gothic"/>
              </a:defRPr>
            </a:pPr>
            <a:r>
              <a:t>백그라운드 학습 완료 시 성능/적용 여부가 학습 상태와 모델 목록에 남습니다.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남은 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발표 이후 구현/검증 우선순위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algun Gothic"/>
              </a:defRPr>
            </a:pPr>
            <a:r>
              <a:t>71461 라벨 확보 후 가림보조 90% 후보 학습 및 holdout 검증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algun Gothic"/>
              </a:defRPr>
            </a:pPr>
            <a:r>
              <a:t>커스텀 최종 모델 export 기능 추가: 장치 배포용 bundle 생성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algun Gothic"/>
              </a:defRPr>
            </a:pPr>
            <a:r>
              <a:t>모델 비교 화면에 feature/threshold diff 추가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algun Gothic"/>
              </a:defRPr>
            </a:pPr>
            <a:r>
              <a:t>학습 모드에서 pause/resume/retry를 버튼으로 제어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algun Gothic"/>
              </a:defRPr>
            </a:pPr>
            <a:r>
              <a:t>삭제 유예 모델 복구, 정리 이력, 모델 적용 이력 표시 강화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현재 운영 가능한 모델을 유지하면서, 가림보조와 배포 구조를 개선 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201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사용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1"/>
            <a:ext cx="292607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현재 active 모델은 유지 가능하고, 더 좋은 후보만 검증 후 적용합니다.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6479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관리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21991"/>
            <a:ext cx="292607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업로드, 비교, 모델 관리, 커스텀 최종 모델 생성 흐름을 추가했습니다.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721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Malgun Gothic"/>
              </a:rPr>
              <a:t>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76479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Malgun Gothic"/>
              </a:rPr>
              <a:t>데이터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221991"/>
            <a:ext cx="292607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가림보조 90%는 실제 자세 라벨 가림 데이터가 핵심입니다.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29000"/>
            <a:ext cx="10287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Malgun Gothic"/>
              </a:defRPr>
            </a:pPr>
            <a:r>
              <a:t>다음 단계는 71461/실제 가림 라벨을 이용해 가림보조 모델을 90% 이상으로 올리는 것입니다.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Malgun Gothic"/>
              </a:defRPr>
            </a:pPr>
            <a:r>
              <a:t>온디바이스는 전체 시스템 내장이 아니라 추론 bundle 중심으로 진행하는 것이 현실적입니다.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